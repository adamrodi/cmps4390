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9309100" cy="70532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83n313+4sKTzKdoD5rtEtzXbB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51825" y="528975"/>
            <a:ext cx="6206375" cy="2644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551825" y="528975"/>
            <a:ext cx="6206375" cy="2644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551825" y="528975"/>
            <a:ext cx="6206375" cy="2644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551825" y="528975"/>
            <a:ext cx="6206375" cy="2644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356e2efa7_0_11:notes"/>
          <p:cNvSpPr txBox="1"/>
          <p:nvPr>
            <p:ph idx="1" type="body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d356e2efa7_0_11:notes"/>
          <p:cNvSpPr/>
          <p:nvPr>
            <p:ph idx="2" type="sldImg"/>
          </p:nvPr>
        </p:nvSpPr>
        <p:spPr>
          <a:xfrm>
            <a:off x="1551825" y="528975"/>
            <a:ext cx="6206400" cy="264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356e2efa7_0_33:notes"/>
          <p:cNvSpPr txBox="1"/>
          <p:nvPr>
            <p:ph idx="1" type="body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356e2efa7_0_33:notes"/>
          <p:cNvSpPr/>
          <p:nvPr>
            <p:ph idx="2" type="sldImg"/>
          </p:nvPr>
        </p:nvSpPr>
        <p:spPr>
          <a:xfrm>
            <a:off x="1551825" y="528975"/>
            <a:ext cx="6206400" cy="264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356e2efa7_0_49:notes"/>
          <p:cNvSpPr txBox="1"/>
          <p:nvPr>
            <p:ph idx="1" type="body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356e2efa7_0_49:notes"/>
          <p:cNvSpPr/>
          <p:nvPr>
            <p:ph idx="2" type="sldImg"/>
          </p:nvPr>
        </p:nvSpPr>
        <p:spPr>
          <a:xfrm>
            <a:off x="1551825" y="528975"/>
            <a:ext cx="6206400" cy="264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356e2efa7_0_59:notes"/>
          <p:cNvSpPr txBox="1"/>
          <p:nvPr>
            <p:ph idx="1" type="body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356e2efa7_0_59:notes"/>
          <p:cNvSpPr/>
          <p:nvPr>
            <p:ph idx="2" type="sldImg"/>
          </p:nvPr>
        </p:nvSpPr>
        <p:spPr>
          <a:xfrm>
            <a:off x="1551825" y="528975"/>
            <a:ext cx="6206400" cy="264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356e2efa7_0_77:notes"/>
          <p:cNvSpPr txBox="1"/>
          <p:nvPr>
            <p:ph idx="1" type="body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356e2efa7_0_77:notes"/>
          <p:cNvSpPr/>
          <p:nvPr>
            <p:ph idx="2" type="sldImg"/>
          </p:nvPr>
        </p:nvSpPr>
        <p:spPr>
          <a:xfrm>
            <a:off x="1551825" y="528975"/>
            <a:ext cx="6206400" cy="264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551825" y="528975"/>
            <a:ext cx="6206375" cy="2644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551825" y="528975"/>
            <a:ext cx="6206375" cy="2644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356e2efa7_0_103:notes"/>
          <p:cNvSpPr txBox="1"/>
          <p:nvPr>
            <p:ph idx="1" type="body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356e2efa7_0_103:notes"/>
          <p:cNvSpPr/>
          <p:nvPr>
            <p:ph idx="2" type="sldImg"/>
          </p:nvPr>
        </p:nvSpPr>
        <p:spPr>
          <a:xfrm>
            <a:off x="1551825" y="528975"/>
            <a:ext cx="6206400" cy="264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356e2efa7_0_117:notes"/>
          <p:cNvSpPr txBox="1"/>
          <p:nvPr>
            <p:ph idx="1" type="body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356e2efa7_0_117:notes"/>
          <p:cNvSpPr/>
          <p:nvPr>
            <p:ph idx="2" type="sldImg"/>
          </p:nvPr>
        </p:nvSpPr>
        <p:spPr>
          <a:xfrm>
            <a:off x="1551825" y="528975"/>
            <a:ext cx="6206400" cy="264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551825" y="528975"/>
            <a:ext cx="6206375" cy="2644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Project Assignment 2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TEAM MANGO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Adam Rodi, Samiksha Gnawali, Suyog Karki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4306784" y="452281"/>
            <a:ext cx="416032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must </a:t>
            </a: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follow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template.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not change the order and the format.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background coloring or formatting.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DDL QUERIES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en-US"/>
              <a:t>Instructions: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i="1" lang="en-US"/>
              <a:t>- must include </a:t>
            </a:r>
            <a:r>
              <a:rPr b="1" i="1" lang="en-US">
                <a:solidFill>
                  <a:srgbClr val="FF0000"/>
                </a:solidFill>
              </a:rPr>
              <a:t>ALL</a:t>
            </a:r>
            <a:r>
              <a:rPr i="1" lang="en-US"/>
              <a:t> queries listed in Queries.sql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i="1" lang="en-US"/>
              <a:t>- must follow the </a:t>
            </a:r>
            <a:r>
              <a:rPr b="1" i="1" lang="en-US"/>
              <a:t>exact</a:t>
            </a:r>
            <a:r>
              <a:rPr i="1" lang="en-US"/>
              <a:t> format provided in the template slide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176893" y="152854"/>
            <a:ext cx="4313464" cy="443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Q#: &lt;Query Name&gt;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119741" y="2334985"/>
            <a:ext cx="4631873" cy="431890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DATABASE AIMarketplace;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AIMarketplace;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and select the database</a:t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626" y="912550"/>
            <a:ext cx="7307699" cy="50328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356e2efa7_0_11"/>
          <p:cNvSpPr txBox="1"/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Q#: &lt;Query Name&gt;</a:t>
            </a:r>
            <a:endParaRPr/>
          </a:p>
        </p:txBody>
      </p:sp>
      <p:sp>
        <p:nvSpPr>
          <p:cNvPr id="108" name="Google Shape;108;g3d356e2efa7_0_11"/>
          <p:cNvSpPr txBox="1"/>
          <p:nvPr>
            <p:ph idx="1" type="body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47500" lnSpcReduction="10000"/>
          </a:bodyPr>
          <a:lstStyle/>
          <a:p>
            <a:pPr indent="-38862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CREATE TABLE Users (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user_id            INT           PRIMARY KEY,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first_name     VARCHAR(50)   NOT NULL,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last_name      VARCHAR(50)   NOT NULL,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email               VARCHAR(100)  NOT NUL</a:t>
            </a:r>
            <a:r>
              <a:rPr lang="en-US" sz="3500"/>
              <a:t>L </a:t>
            </a:r>
            <a:r>
              <a:rPr lang="en-US" sz="3500"/>
              <a:t>UNIQUE,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password_hash  VARCHAR(255)  NOT NULL,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role                   VARCHAR(10)   NOT NULL,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created_at       DATETIME      DEFAULT GETDATE(),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account_status VARCHAR(20)   DEFAULT 'active'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);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GO</a:t>
            </a:r>
            <a:endParaRPr sz="3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356e2efa7_0_11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d356e2efa7_0_11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11" name="Google Shape;111;g3d356e2efa7_0_11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User  for the AI Marketplace Platform.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112" name="Google Shape;112;g3d356e2efa7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625" y="958050"/>
            <a:ext cx="7459499" cy="496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356e2efa7_0_33"/>
          <p:cNvSpPr txBox="1"/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Q#: &lt;Query Name&gt;</a:t>
            </a:r>
            <a:endParaRPr/>
          </a:p>
        </p:txBody>
      </p:sp>
      <p:sp>
        <p:nvSpPr>
          <p:cNvPr id="118" name="Google Shape;118;g3d356e2efa7_0_33"/>
          <p:cNvSpPr txBox="1"/>
          <p:nvPr>
            <p:ph idx="1" type="body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ALTER TABLE Users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ADD phone_number VARCHAR(20) DEFAULT 'N/A';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GO</a:t>
            </a:r>
            <a:endParaRPr sz="2200"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19" name="Google Shape;119;g3d356e2efa7_0_33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356e2efa7_0_33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21" name="Google Shape;121;g3d356e2efa7_0_33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User table by Adding a phone_number column to store seller contact information on the platform.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122" name="Google Shape;122;g3d356e2efa7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900" y="912550"/>
            <a:ext cx="7307699" cy="49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356e2efa7_0_49"/>
          <p:cNvSpPr txBox="1"/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Q#: &lt;Query Name&gt;</a:t>
            </a:r>
            <a:endParaRPr/>
          </a:p>
        </p:txBody>
      </p:sp>
      <p:sp>
        <p:nvSpPr>
          <p:cNvPr id="128" name="Google Shape;128;g3d356e2efa7_0_49"/>
          <p:cNvSpPr txBox="1"/>
          <p:nvPr>
            <p:ph idx="1" type="body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ALTER TABLE Users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ADD CONSTRAINT chk_user_role 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CHECK (role IN ('buyer', 'seller'));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GO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d356e2efa7_0_49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d356e2efa7_0_49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31" name="Google Shape;131;g3d356e2efa7_0_49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constraint by ensuring that a user's role can only be assigned as either 'buyer' or 'seller'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d356e2efa7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775" y="759275"/>
            <a:ext cx="7307699" cy="51247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356e2efa7_0_59"/>
          <p:cNvSpPr txBox="1"/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Q#: &lt;Query Name&gt;</a:t>
            </a:r>
            <a:endParaRPr/>
          </a:p>
        </p:txBody>
      </p:sp>
      <p:sp>
        <p:nvSpPr>
          <p:cNvPr id="138" name="Google Shape;138;g3d356e2efa7_0_59"/>
          <p:cNvSpPr txBox="1"/>
          <p:nvPr>
            <p:ph idx="1" type="body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TABLE Products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CONSTRAINT fk_products_seller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FOREIGN KEY (seller_id)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REFERENCES Users(user_id)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ON DELETE CASCADE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ON UPDATE CASCADE;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356e2efa7_0_59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d356e2efa7_0_59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41" name="Google Shape;141;g3d356e2efa7_0_59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a foreign key constraint linking each product to a valid seller in the Users table</a:t>
            </a:r>
            <a:endParaRPr/>
          </a:p>
        </p:txBody>
      </p:sp>
      <p:pic>
        <p:nvPicPr>
          <p:cNvPr id="142" name="Google Shape;142;g3d356e2efa7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075" y="859275"/>
            <a:ext cx="7183250" cy="50685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356e2efa7_0_77"/>
          <p:cNvSpPr txBox="1"/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Q#: &lt;Query Name&gt;</a:t>
            </a:r>
            <a:endParaRPr/>
          </a:p>
        </p:txBody>
      </p:sp>
      <p:sp>
        <p:nvSpPr>
          <p:cNvPr id="148" name="Google Shape;148;g3d356e2efa7_0_77"/>
          <p:cNvSpPr txBox="1"/>
          <p:nvPr>
            <p:ph idx="1" type="body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859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7272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CREATE TRIGGER trg_calculate_commission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ON Payments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AFTER INSERT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AS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BEGIN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UPDATE Payments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SET 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 platform_commission = ROUND(i.amount * 0.20, 2),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 seller_earning      = ROUND(i.amount * 0.80, 2)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FROM Payments p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INNER JOIN inserted i ON p.payment_id = i.payment_id;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END;</a:t>
            </a:r>
            <a:endParaRPr sz="2200"/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GO</a:t>
            </a:r>
            <a:endParaRPr sz="2200"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356e2efa7_0_77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d356e2efa7_0_77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51" name="Google Shape;151;g3d356e2efa7_0_77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trigger to calculate the platform commission (20%) and seller earning (80%) whenever a new payment is inserted into the Payments table.</a:t>
            </a:r>
            <a:endParaRPr/>
          </a:p>
        </p:txBody>
      </p:sp>
      <p:pic>
        <p:nvPicPr>
          <p:cNvPr id="152" name="Google Shape;152;g3d356e2efa7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756" y="912550"/>
            <a:ext cx="7393392" cy="49619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DML QUERIES</a:t>
            </a:r>
            <a:endParaRPr/>
          </a:p>
        </p:txBody>
      </p:sp>
      <p:sp>
        <p:nvSpPr>
          <p:cNvPr id="158" name="Google Shape;158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en-US"/>
              <a:t>Instructions: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i="1" lang="en-US"/>
              <a:t>- must include </a:t>
            </a:r>
            <a:r>
              <a:rPr b="1" i="1" lang="en-US">
                <a:solidFill>
                  <a:srgbClr val="FF0000"/>
                </a:solidFill>
              </a:rPr>
              <a:t>ALL</a:t>
            </a:r>
            <a:r>
              <a:rPr i="1" lang="en-US"/>
              <a:t> queries listed in Queries.sql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i="1" lang="en-US"/>
              <a:t>- must follow the </a:t>
            </a:r>
            <a:r>
              <a:rPr b="1" i="1" lang="en-US"/>
              <a:t>exact</a:t>
            </a:r>
            <a:r>
              <a:rPr i="1" lang="en-US"/>
              <a:t> format provided in the template slide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type="title"/>
          </p:nvPr>
        </p:nvSpPr>
        <p:spPr>
          <a:xfrm>
            <a:off x="176893" y="152854"/>
            <a:ext cx="4313464" cy="443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Q#: &lt;Query Name&gt;</a:t>
            </a:r>
            <a:endParaRPr/>
          </a:p>
        </p:txBody>
      </p:sp>
      <p:sp>
        <p:nvSpPr>
          <p:cNvPr id="164" name="Google Shape;164;p5"/>
          <p:cNvSpPr txBox="1"/>
          <p:nvPr>
            <p:ph idx="1" type="body"/>
          </p:nvPr>
        </p:nvSpPr>
        <p:spPr>
          <a:xfrm>
            <a:off x="119741" y="2334985"/>
            <a:ext cx="4631873" cy="431890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SELECT payment_id, amount, platform_commission, seller_earning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FROM Payments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WHERE payment_id = 1;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65" name="Google Shape;165;p5"/>
          <p:cNvSpPr/>
          <p:nvPr/>
        </p:nvSpPr>
        <p:spPr>
          <a:xfrm>
            <a:off x="5029000" y="1308777"/>
            <a:ext cx="7005000" cy="4746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 for calculating commission and earnings.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000" y="1168788"/>
            <a:ext cx="7005000" cy="502627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356e2efa7_0_103"/>
          <p:cNvSpPr txBox="1"/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Q#: &lt;Query Name&gt;</a:t>
            </a:r>
            <a:endParaRPr/>
          </a:p>
        </p:txBody>
      </p:sp>
      <p:sp>
        <p:nvSpPr>
          <p:cNvPr id="174" name="Google Shape;174;g3d356e2efa7_0_103"/>
          <p:cNvSpPr txBox="1"/>
          <p:nvPr>
            <p:ph idx="1" type="body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INSERT INTO Users (user_id, first_name, last_name, email, password_hash, role)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VALUES (3, 'Test', 'Admin', 'admin@test.com', 'hashedpw789', 'admin');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75" name="Google Shape;175;g3d356e2efa7_0_103"/>
          <p:cNvSpPr/>
          <p:nvPr/>
        </p:nvSpPr>
        <p:spPr>
          <a:xfrm>
            <a:off x="5029000" y="1308777"/>
            <a:ext cx="7005000" cy="4746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356e2efa7_0_103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77" name="Google Shape;177;g3d356e2efa7_0_103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constraint by attempting to insert a user with an invalid role, which should be </a:t>
            </a:r>
            <a:r>
              <a:rPr lang="en-US" sz="1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g3d356e2efa7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000" y="1162125"/>
            <a:ext cx="7162999" cy="48929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356e2efa7_0_117"/>
          <p:cNvSpPr txBox="1"/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Q#: &lt;Query Name&gt;</a:t>
            </a:r>
            <a:endParaRPr/>
          </a:p>
        </p:txBody>
      </p:sp>
      <p:sp>
        <p:nvSpPr>
          <p:cNvPr id="184" name="Google Shape;184;g3d356e2efa7_0_117"/>
          <p:cNvSpPr txBox="1"/>
          <p:nvPr>
            <p:ph idx="1" type="body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INSERT INTO Products (product_id, product_name, product_type, price, seller_id, category_id)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VALUES (99, 'Fake Product', 'web_app', 50.00, 9999, 1);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85" name="Google Shape;185;g3d356e2efa7_0_117"/>
          <p:cNvSpPr/>
          <p:nvPr/>
        </p:nvSpPr>
        <p:spPr>
          <a:xfrm>
            <a:off x="5029000" y="1308777"/>
            <a:ext cx="7005000" cy="4746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356e2efa7_0_117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87" name="Google Shape;187;g3d356e2efa7_0_117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constraint by attempting to insert a product with a non-existent seller, which should be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3d356e2efa7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000" y="1308775"/>
            <a:ext cx="7004999" cy="47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Credits and References</a:t>
            </a:r>
            <a:endParaRPr/>
          </a:p>
        </p:txBody>
      </p:sp>
      <p:sp>
        <p:nvSpPr>
          <p:cNvPr id="194" name="Google Shape;19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- </a:t>
            </a:r>
            <a:r>
              <a:rPr lang="en-US"/>
              <a:t>SQL Server 2022 Documentation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https://learn.microsoft.com/en-us/sql/sql-server/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2018-04-19T19:36:03Z</dcterms:created>
  <dc:creator>Omer</dc:creator>
</cp:coreProperties>
</file>